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562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96DC0-1556-4158-BCF7-8E6D998439F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F6D6-9A65-4D21-A36E-501CEC6E2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9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6A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280160"/>
            <a:ext cx="4937760" cy="4937760"/>
          </a:xfrm>
          <a:prstGeom prst="ellipse">
            <a:avLst/>
          </a:prstGeom>
          <a:solidFill>
            <a:srgbClr val="1C1538"/>
          </a:solidFill>
          <a:ln w="12700">
            <a:solidFill>
              <a:srgbClr val="1C1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743200"/>
            <a:ext cx="2743200" cy="2743200"/>
          </a:xfrm>
          <a:prstGeom prst="ellipse">
            <a:avLst/>
          </a:prstGeom>
          <a:solidFill>
            <a:srgbClr val="120E25"/>
          </a:solidFill>
          <a:ln w="12700">
            <a:solidFill>
              <a:srgbClr val="120E25"/>
            </a:solidFill>
            <a:prstDash val="solid"/>
          </a:ln>
        </p:spPr>
      </p:sp>
      <p:pic>
        <p:nvPicPr>
          <p:cNvPr id="4" name="Image 0" descr="/home/claude/img/x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777240" cy="6345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SHANMUGA INDUSTRIES ARTS AND SCIENCE COLLEGE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6949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· Tiruvannamalai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1097280" y="1499616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17320" y="14173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PROMPTORA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331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AI Prompt and Multi-Model Content Creation Platform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idea into a clear AI instruction for text, image and video.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63924" y="3063239"/>
            <a:ext cx="7582796" cy="977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Tamilsevan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20924U18177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Tharunkumar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                 20924U18178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Tharun R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20924U18179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Theerthagiri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                    20924U18180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Thirumaran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                     20924U18181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63924" y="4114800"/>
            <a:ext cx="7948556" cy="51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PROF.A.JESUDASAN,M.C.A.,M.Phil.,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B.Ed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., Assistant Professor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Academic Year 2025–2026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813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481328"/>
            <a:ext cx="457200" cy="457200"/>
          </a:xfrm>
          <a:prstGeom prst="ellipse">
            <a:avLst/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128016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4813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532888"/>
            <a:ext cx="457200" cy="457200"/>
          </a:xfrm>
          <a:prstGeom prst="ellipse">
            <a:avLst/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46120" y="23317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253288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43600" y="23317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532888"/>
            <a:ext cx="457200" cy="457200"/>
          </a:xfrm>
          <a:prstGeom prst="ellipse">
            <a:avLst/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58444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246120" y="338328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29000" y="3584448"/>
            <a:ext cx="457200" cy="457200"/>
          </a:xfrm>
          <a:prstGeom prst="ellipse">
            <a:avLst/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02336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943600" y="338328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4F1FE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58444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2648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6A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3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Promptora helps anyone turn a short everyday idea into a structured, age-safe prompt for text, image or video generation.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multi-model chat (OpenRouter and Google Gemini), a personal prompt library, usage analytics and account settings — built with React, Supabase Auth and PostgreSQL with Row Level Security.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12080" y="11430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129844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1447038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7220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Generator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structured prompt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12080" y="224028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94960" y="239572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2544318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17220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Chat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answers side by side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212080" y="33375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94960" y="349300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3641598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72200" y="3493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Insights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17220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reuse and track usage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Promptora was built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cannot write precise instructions for text, image and video AI models.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516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tie users to one vendor or demand paid keys on the server.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4061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workspace: describe in plain language and get a model-ready prompt.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061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teachers, curious kids and first-time creators.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6A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write AI prompts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1783080"/>
            <a:ext cx="640080" cy="640080"/>
          </a:xfrm>
          <a:prstGeom prst="ellipse">
            <a:avLst/>
          </a:prstGeom>
          <a:solidFill>
            <a:srgbClr val="FDE7EB"/>
          </a:solidFill>
          <a:ln w="12700">
            <a:solidFill>
              <a:srgbClr val="FDE7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chatbot tab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718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 chatbot open in a browser tab.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55448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7540" y="1783080"/>
            <a:ext cx="640080" cy="640080"/>
          </a:xfrm>
          <a:prstGeom prst="ellipse">
            <a:avLst/>
          </a:prstGeom>
          <a:solidFill>
            <a:srgbClr val="FDE7EB"/>
          </a:solidFill>
          <a:ln w="12700">
            <a:solidFill>
              <a:srgbClr val="FDE7E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9431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notes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9718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Half-remembered prompts in phone or Word files.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0" y="155448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89220" y="1783080"/>
            <a:ext cx="640080" cy="640080"/>
          </a:xfrm>
          <a:prstGeom prst="ellipse">
            <a:avLst/>
          </a:prstGeom>
          <a:solidFill>
            <a:srgbClr val="FDE7EB"/>
          </a:solidFill>
          <a:ln w="12700">
            <a:solidFill>
              <a:srgbClr val="FD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9431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709160" y="29718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copying into image or video websites.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83680" y="155448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4DF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00900" y="1783080"/>
            <a:ext cx="640080" cy="640080"/>
          </a:xfrm>
          <a:prstGeom prst="ellipse">
            <a:avLst/>
          </a:prstGeom>
          <a:solidFill>
            <a:srgbClr val="FDE7EB"/>
          </a:solidFill>
          <a:ln w="12700">
            <a:solidFill>
              <a:srgbClr val="FDE7E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9431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67512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720840" y="29718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account or usage record the learner owns.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6A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with seven connected parts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68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pages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Features, About — no login needed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4173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97480" y="15544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780" y="16687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sign in or continue as guest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0" y="14173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9160" y="15544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166878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09160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Generator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70916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 for text, image, video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583680" y="14173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20840" y="15544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140" y="16687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20840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72084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models and skills in parallel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29718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2232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5800" y="3630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reuse your best prompts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560320" y="29718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697480" y="31089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1780" y="322326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697480" y="3630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Dashboard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269748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statistics, charts and export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572000" y="29718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709160" y="31089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3460" y="322326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709160" y="3630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Settings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470916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API keys and custom models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583680" y="29718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672084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or User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browse and generate; registered users also get cloud save.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needed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931920" cy="3200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Dual-core 2.0 GHz or 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(16 GB recommended)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1366×768 min · 1920×1080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for npm, Supabase, AI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/ laptop with modern 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393192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(ES modules), JSX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/ Bundler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· Vite 8 · React Router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20 or later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(Auth, Postgres, Storage)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 · Google Gemini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/ 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Chrome, Edge, Firefox · Windows 10/11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6A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lanes: what users see, how it works, where data lives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E6DEFB"/>
          </a:solidFill>
          <a:ln w="12700">
            <a:solidFill>
              <a:srgbClr val="E6D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LANE · React pages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Generator · AI Chat · Library · Overview · Settings — Navbar, AppSidebar, MobileBottomNav, UsageChart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77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LANE · Contexts and services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· promptStore · apiKeysStore · skillsStore · usageStore · profileStore · aiChat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83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LANE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LANE · Backend and providers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8F5CF0"/>
          </a:solidFill>
          <a:ln w="9525">
            <a:solidFill>
              <a:srgbClr val="B79B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Postgres · Storage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10712" y="37947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8F5CF0"/>
          </a:solidFill>
          <a:ln w="9525">
            <a:solidFill>
              <a:srgbClr val="B79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0712" y="3794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44184" y="37947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8F5CF0"/>
          </a:solidFill>
          <a:ln w="9525">
            <a:solidFill>
              <a:srgbClr val="B79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44184" y="3794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· Gemini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6A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modules with clear responsibilities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2834640"/>
          </a:xfrm>
          <a:prstGeom prst="roundRect">
            <a:avLst>
              <a:gd name="adj" fmla="val 5854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7487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00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E37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Profile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local fallback, avatar and protected routes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1417320"/>
            <a:ext cx="1874520" cy="2834640"/>
          </a:xfrm>
          <a:prstGeom prst="roundRect">
            <a:avLst>
              <a:gd name="adj" fmla="val 5854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160020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070" y="17487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1600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E37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Studio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enhance prompts, save to library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0" y="1417320"/>
            <a:ext cx="1874520" cy="2834640"/>
          </a:xfrm>
          <a:prstGeom prst="roundRect">
            <a:avLst>
              <a:gd name="adj" fmla="val 5854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09160" y="160020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74879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577840" y="1600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E37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Chat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70916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calls, skills, chat-only model filter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583680" y="1417320"/>
            <a:ext cx="1874520" cy="2834640"/>
          </a:xfrm>
          <a:prstGeom prst="roundRect">
            <a:avLst>
              <a:gd name="adj" fmla="val 5854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20840" y="160020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430" y="1748790"/>
            <a:ext cx="297180" cy="2971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89520" y="1600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E37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672084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Settings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72084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4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charts, export, API keys and models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sign-up to a saved prompt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00200" y="2103120"/>
            <a:ext cx="457200" cy="0"/>
          </a:xfrm>
          <a:prstGeom prst="line">
            <a:avLst/>
          </a:prstGeom>
          <a:noFill/>
          <a:ln w="25400">
            <a:solidFill>
              <a:srgbClr val="C9BEEF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9923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continue as guest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94560" y="1737360"/>
            <a:ext cx="731520" cy="731520"/>
          </a:xfrm>
          <a:prstGeom prst="ellipse">
            <a:avLst/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92024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71800" y="2103120"/>
            <a:ext cx="457200" cy="0"/>
          </a:xfrm>
          <a:prstGeom prst="line">
            <a:avLst/>
          </a:prstGeom>
          <a:noFill/>
          <a:ln w="25400">
            <a:solidFill>
              <a:srgbClr val="C9BEEF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192024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keys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965960" y="299923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/ Gemini in Settings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66160" y="173736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43400" y="2103120"/>
            <a:ext cx="457200" cy="0"/>
          </a:xfrm>
          <a:prstGeom prst="line">
            <a:avLst/>
          </a:prstGeom>
          <a:noFill/>
          <a:ln w="25400">
            <a:solidFill>
              <a:srgbClr val="C9BEEF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329184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337560" y="299923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idea, type, tone; preview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937760" y="1737360"/>
            <a:ext cx="731520" cy="731520"/>
          </a:xfrm>
          <a:prstGeom prst="ellipse">
            <a:avLst/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920240"/>
            <a:ext cx="365760" cy="3657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15000" y="2103120"/>
            <a:ext cx="457200" cy="0"/>
          </a:xfrm>
          <a:prstGeom prst="line">
            <a:avLst/>
          </a:prstGeom>
          <a:noFill/>
          <a:ln w="25400">
            <a:solidFill>
              <a:srgbClr val="C9BEEF"/>
            </a:solidFill>
            <a:prstDash val="solid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466344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709160" y="299923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skill and models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309360" y="173736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920240"/>
            <a:ext cx="365760" cy="3657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086600" y="2103120"/>
            <a:ext cx="457200" cy="0"/>
          </a:xfrm>
          <a:prstGeom prst="line">
            <a:avLst/>
          </a:prstGeom>
          <a:noFill/>
          <a:ln w="25400">
            <a:solidFill>
              <a:srgbClr val="C9BEEF"/>
            </a:solidFill>
            <a:prstDash val="solid"/>
            <a:tailEnd type="triangle"/>
          </a:ln>
        </p:spPr>
      </p:sp>
      <p:sp>
        <p:nvSpPr>
          <p:cNvPr id="27" name="Text 20"/>
          <p:cNvSpPr txBox="1"/>
          <p:nvPr/>
        </p:nvSpPr>
        <p:spPr>
          <a:xfrm>
            <a:off x="603504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080760" y="299923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your library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680960" y="1737360"/>
            <a:ext cx="731520" cy="731520"/>
          </a:xfrm>
          <a:prstGeom prst="ellipse">
            <a:avLst/>
          </a:prstGeom>
          <a:solidFill>
            <a:srgbClr val="1B1730"/>
          </a:solidFill>
          <a:ln w="12700">
            <a:solidFill>
              <a:srgbClr val="1B1730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192024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0664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452360" y="299923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CSV or JSON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6A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 1 of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03975" cy="3108960"/>
          </a:xfrm>
          <a:prstGeom prst="roundRect">
            <a:avLst>
              <a:gd name="adj" fmla="val 2353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5" name="Image 0" descr="/home/claude/pimg/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312535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98848"/>
            <a:ext cx="5312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live prompt preview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37160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fastest path to creation" hero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click, done: pick a model, describe the idea, get a prompt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guests — no login needed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 &amp; Sign 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 2 of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153819" cy="3154680"/>
          </a:xfrm>
          <a:prstGeom prst="roundRect">
            <a:avLst>
              <a:gd name="adj" fmla="val 3396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5" name="Image 0" descr="/home/claude/pimg/sign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062379" cy="3063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1280160"/>
            <a:ext cx="2601082" cy="3154680"/>
          </a:xfrm>
          <a:prstGeom prst="roundRect">
            <a:avLst>
              <a:gd name="adj" fmla="val 2812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7" name="Image 1" descr="/home/claude/pimg/sign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25880"/>
            <a:ext cx="2509642" cy="3063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498848"/>
            <a:ext cx="2062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498848"/>
            <a:ext cx="250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37160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name, email and password (min. 6 characters)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Auth, with a local fallback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"Continue as guest" for quick trials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Generator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 3 of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99186" cy="2468880"/>
          </a:xfrm>
          <a:prstGeom prst="roundRect">
            <a:avLst>
              <a:gd name="adj" fmla="val 2963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5" name="Image 0" descr="/home/claude/pimg/gentemplat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907746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17720" y="1234440"/>
            <a:ext cx="4023360" cy="2401099"/>
          </a:xfrm>
          <a:prstGeom prst="roundRect">
            <a:avLst>
              <a:gd name="adj" fmla="val 3047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7" name="Image 1" descr="/home/claude/pimg/genfor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3931920" cy="230965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767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ready-made templates: Text · Image · Video · More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69954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form with live prompt preview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content type, audience, style, tone and length — then Generate, Enhance, Copy or Save.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Multi-model AI Chat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 4 of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869861" cy="3200400"/>
          </a:xfrm>
          <a:prstGeom prst="roundRect">
            <a:avLst>
              <a:gd name="adj" fmla="val 2286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5" name="Image 0" descr="/home/claude/pimg/ch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4778421" cy="3108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98848"/>
            <a:ext cx="4778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answers from up to six models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37160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models: OpenRouter (incl. free) and Gemini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General Assistant, Teacher, Coding Coach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 to free models on errors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stays on the device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Usage Graphs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 5 of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065776" cy="3200400"/>
          </a:xfrm>
          <a:prstGeom prst="roundRect">
            <a:avLst>
              <a:gd name="adj" fmla="val 2286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5" name="Image 0" descr="/home/claude/pimg/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4974336" cy="3108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988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generate, enhance, save, copy and chat actions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37160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usage chart for 7, 14 or 30 days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breakdown by feature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 as CSV or JSON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About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 6 of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023360" cy="2138660"/>
          </a:xfrm>
          <a:prstGeom prst="roundRect">
            <a:avLst>
              <a:gd name="adj" fmla="val 3420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5" name="Image 0" descr="/home/claude/pimg/featu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931920" cy="20472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17720" y="1234440"/>
            <a:ext cx="4023360" cy="2343120"/>
          </a:xfrm>
          <a:prstGeom prst="roundRect">
            <a:avLst>
              <a:gd name="adj" fmla="val 3122"/>
            </a:avLst>
          </a:prstGeom>
          <a:solidFill>
            <a:srgbClr val="2A2740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7" name="Image 1" descr="/home/claude/pimg/abou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3931920" cy="2251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4371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tools for creators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641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About: imagination, made understandable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friendly defaults, a reusable library and a stack of React, Supabase and PostgreSQL.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3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Promptora gives beginners one private, simple workspace to build prompts, compare chat models and keep their best ideas — a demonstrable, documented undergraduate product.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4117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103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3-in-1 prompt generator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21031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22860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730" y="24117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2103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chat + skills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21031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26480" y="22860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210" y="24117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0" y="2103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API keys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2004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50901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246120" y="32004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429000" y="33832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4730" y="350901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069080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graphs &amp; export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943600" y="32004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5141F"/>
          </a:solidFill>
          <a:ln w="9525">
            <a:solidFill>
              <a:srgbClr val="2A274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26480" y="33832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210" y="350901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66560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on mobile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4389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on-device image/video generation, automated testing in CI, formal accessibility audit.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097280"/>
            <a:ext cx="4572000" cy="4572000"/>
          </a:xfrm>
          <a:prstGeom prst="ellipse">
            <a:avLst/>
          </a:prstGeom>
          <a:solidFill>
            <a:srgbClr val="1C1538"/>
          </a:solidFill>
          <a:ln w="12700">
            <a:solidFill>
              <a:srgbClr val="1C1538"/>
            </a:solidFill>
            <a:prstDash val="solid"/>
          </a:ln>
        </p:spPr>
      </p:sp>
      <p:pic>
        <p:nvPicPr>
          <p:cNvPr id="3" name="Image 0" descr="/home/claude/img/x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914400" cy="7470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Promptora</a:t>
            </a: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Imagination, made understandable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A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mptora">
  <a:themeElements>
    <a:clrScheme name="Promptora">
      <a:dk1>
        <a:srgbClr val="09090F"/>
      </a:dk1>
      <a:lt1>
        <a:srgbClr val="FFFFFF"/>
      </a:lt1>
      <a:dk2>
        <a:srgbClr val="15141F"/>
      </a:dk2>
      <a:lt2>
        <a:srgbClr val="F4F1FE"/>
      </a:lt2>
      <a:accent1>
        <a:srgbClr val="7C3AED"/>
      </a:accent1>
      <a:accent2>
        <a:srgbClr val="2DD4BF"/>
      </a:accent2>
      <a:accent3>
        <a:srgbClr val="A78BFA"/>
      </a:accent3>
      <a:accent4>
        <a:srgbClr val="F59E0B"/>
      </a:accent4>
      <a:accent5>
        <a:srgbClr val="10B981"/>
      </a:accent5>
      <a:accent6>
        <a:srgbClr val="EC4899"/>
      </a:accent6>
      <a:hlink>
        <a:srgbClr val="7C3AED"/>
      </a:hlink>
      <a:folHlink>
        <a:srgbClr val="A78BFA"/>
      </a:folHlink>
    </a:clrScheme>
    <a:fontScheme name="Prompto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1045</Words>
  <Application>Microsoft Office PowerPoint</Application>
  <PresentationFormat>On-screen Show (16:9)</PresentationFormat>
  <Paragraphs>235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Promptora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Promptora - Universal AI Prompt and Multi-Model Content Creation Platform</dc:title>
  <dc:subject>PptxGenJS Presentation</dc:subject>
  <dc:creator>Dept. of Computer Science, SIASC</dc:creator>
  <cp:lastModifiedBy>VETRI</cp:lastModifiedBy>
  <cp:revision>2</cp:revision>
  <dcterms:created xsi:type="dcterms:W3CDTF">2026-10-08T04:26:54Z</dcterms:created>
  <dcterms:modified xsi:type="dcterms:W3CDTF">2026-10-08T05:12:51Z</dcterms:modified>
</cp:coreProperties>
</file>